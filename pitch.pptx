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6D3E35-F71B-4F5E-8BDD-B730104DB95A}">
  <a:tblStyle styleId="{486D3E35-F71B-4F5E-8BDD-B730104DB9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avenPr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878d0825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7878d0825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7878d0825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7878d0825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7878d0825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7878d0825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7878d0825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7878d0825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7878d0825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7878d0825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7878d0825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7878d0825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7878d0825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7878d0825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7878d0825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7878d0825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Спортивное социальное приложение - архитектура роста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3. Защита архитектурного решения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Бизнес-цели 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Рост MAU на 40% за 12 месяцев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Конверсия в магазин 15%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Удержание на 6+ месяцев через геймификацию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Бренд - основной канал коммуникации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Главные вызовы и риски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984"/>
              <a:t>Что может пойти не так?</a:t>
            </a:r>
            <a:endParaRPr sz="5984"/>
          </a:p>
          <a:p>
            <a:pPr indent="-3235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5984"/>
              <a:t>Пользователи уходят после 30 дней (retention &lt;30%)</a:t>
            </a:r>
            <a:endParaRPr sz="5984"/>
          </a:p>
          <a:p>
            <a:pPr indent="-3235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5984"/>
              <a:t>Технический долг убивает скорость изменений</a:t>
            </a:r>
            <a:endParaRPr sz="5984"/>
          </a:p>
          <a:p>
            <a:pPr indent="-3235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5984"/>
              <a:t>Конкуренты быстрее</a:t>
            </a:r>
            <a:endParaRPr sz="598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984"/>
              <a:t>Как решаем:</a:t>
            </a:r>
            <a:endParaRPr sz="5984"/>
          </a:p>
          <a:p>
            <a:pPr indent="-3235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 sz="5984"/>
              <a:t>A/B тесты геймификации + аналитика когорт</a:t>
            </a:r>
            <a:endParaRPr sz="5984"/>
          </a:p>
          <a:p>
            <a:pPr indent="-3235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984"/>
              <a:t>Архитектурные ревью + метрики модульности</a:t>
            </a:r>
            <a:endParaRPr sz="5984"/>
          </a:p>
          <a:p>
            <a:pPr indent="-3235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984"/>
              <a:t>MVP за 3 месяца → быстрое УТП</a:t>
            </a:r>
            <a:endParaRPr sz="5984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кратко:)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MVP: модульный монолит (Python, PostgreSQL, Redis, Kafka)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V2+: микросервисы (K8s, service mesh)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Событийная шина — рекорды, уведомления, аналитика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Геопоиск в Redis (TTL 10 мин)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ClickHouse для сравнений с регионом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Атрибуты качества и SLO</a:t>
            </a:r>
            <a:endParaRPr/>
          </a:p>
        </p:txBody>
      </p:sp>
      <p:graphicFrame>
        <p:nvGraphicFramePr>
          <p:cNvPr id="302" name="Google Shape;302;p17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{486D3E35-F71B-4F5E-8BDD-B730104DB95A}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Атрибут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SLO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Производительность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p95 записи тренировки &lt; 2 сек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Доступность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99.95%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Масштабируемость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10 000 участников в соревновании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Безопасность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Шифрование PII + маскирование логов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развития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Год 1: MVP (3 мес) → соц. функции (4 мес) → интеграции (3 мес)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Год 2: Масштабирование на 3 региона, микросервисная миграция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Год 5: 2M MAU, 600K DAU, 1.2M тренировок/день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Стоимость владения</a:t>
            </a:r>
            <a:endParaRPr/>
          </a:p>
        </p:txBody>
      </p:sp>
      <p:graphicFrame>
        <p:nvGraphicFramePr>
          <p:cNvPr id="314" name="Google Shape;314;p19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{486D3E35-F71B-4F5E-8BDD-B730104DB95A}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Год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TCO (инфра + разработка)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19 748 000 ₽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26 784 000 </a:t>
                      </a:r>
                      <a:r>
                        <a:rPr lang="ru"/>
                        <a:t>₽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94 920 000 </a:t>
                      </a:r>
                      <a:r>
                        <a:rPr lang="ru"/>
                        <a:t>₽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Главный компромисс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/>
              <a:t>Модульный монолит сейчас → микросервисы потом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Жертвуем независимостью деплоя, получаем скорость выхода на рынок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:) Риски контролируемы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:) TCO приемлем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:) Масштабируем до миллионов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;) Готовы к старту MVP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